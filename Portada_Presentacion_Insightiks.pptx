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007BFF"/>
                </a:solidFill>
              </a:rPr>
              <a:t>Insightiks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i="1">
                <a:solidFill>
                  <a:srgbClr val="1C1C3C"/>
                </a:solidFill>
              </a:rPr>
              <a:t>Transformamos datos en claridad para tu pyme.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